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3" r:id="rId1"/>
  </p:sldMasterIdLst>
  <p:sldIdLst>
    <p:sldId id="256" r:id="rId2"/>
    <p:sldId id="282" r:id="rId3"/>
    <p:sldId id="283" r:id="rId4"/>
    <p:sldId id="284" r:id="rId5"/>
    <p:sldId id="285" r:id="rId6"/>
    <p:sldId id="286" r:id="rId7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7" d="100"/>
          <a:sy n="57" d="100"/>
        </p:scale>
        <p:origin x="126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55386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18392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88145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61480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89228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2CE4D-D83F-44D4-ACB0-A88A6B9DB4F7}" type="datetime1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79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F981-1EE1-49F5-B605-4EA23F0307AC}" type="datetime1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64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6493B-A447-4205-AC2D-AE2DEDAE4E3B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165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2/12/2026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61742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76123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0136726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57354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4845688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71905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66267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27643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1C4689-B28D-4D3C-8B05-9ABB967E2A3E}" type="datetime1">
              <a:rPr lang="en-US" smtClean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623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4" r:id="rId1"/>
    <p:sldLayoutId id="2147483925" r:id="rId2"/>
    <p:sldLayoutId id="2147483926" r:id="rId3"/>
    <p:sldLayoutId id="2147483927" r:id="rId4"/>
    <p:sldLayoutId id="2147483928" r:id="rId5"/>
    <p:sldLayoutId id="2147483929" r:id="rId6"/>
    <p:sldLayoutId id="2147483930" r:id="rId7"/>
    <p:sldLayoutId id="2147483931" r:id="rId8"/>
    <p:sldLayoutId id="2147483932" r:id="rId9"/>
    <p:sldLayoutId id="2147483933" r:id="rId10"/>
    <p:sldLayoutId id="2147483934" r:id="rId11"/>
    <p:sldLayoutId id="2147483935" r:id="rId12"/>
    <p:sldLayoutId id="2147483936" r:id="rId13"/>
    <p:sldLayoutId id="2147483937" r:id="rId14"/>
    <p:sldLayoutId id="2147483938" r:id="rId15"/>
    <p:sldLayoutId id="2147483939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fastapi.tiangolo.co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qlalchemy.org/" TargetMode="Externa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F658F-8D2B-6D3F-1510-352DFF3B93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>
            <a:normAutofit fontScale="90000"/>
          </a:bodyPr>
          <a:lstStyle/>
          <a:p>
            <a:r>
              <a:rPr lang="en-US" dirty="0"/>
              <a:t>FASTAPI Development using Python on Cloud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A1C9E5-7ED4-7426-203C-4C5CA8872D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t">
            <a:normAutofit/>
          </a:bodyPr>
          <a:lstStyle/>
          <a:p>
            <a:r>
              <a:rPr lang="en-US" dirty="0"/>
              <a:t>FastAPI with Agentic AI on Cloud</a:t>
            </a:r>
          </a:p>
        </p:txBody>
      </p:sp>
    </p:spTree>
    <p:extLst>
      <p:ext uri="{BB962C8B-B14F-4D97-AF65-F5344CB8AC3E}">
        <p14:creationId xmlns:p14="http://schemas.microsoft.com/office/powerpoint/2010/main" val="568568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23C3-415A-F0B6-A517-97F56DD09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en-US" dirty="0"/>
              <a:t>Multiple File Structure in </a:t>
            </a:r>
            <a:r>
              <a:rPr lang="en-US" dirty="0" err="1"/>
              <a:t>FastAPI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B097D-4123-D929-5E3D-E8701BAB0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90"/>
            <a:ext cx="5220430" cy="3701270"/>
          </a:xfrm>
        </p:spPr>
        <p:txBody>
          <a:bodyPr>
            <a:normAutofit/>
          </a:bodyPr>
          <a:lstStyle/>
          <a:p>
            <a:r>
              <a:rPr lang="en-US" dirty="0"/>
              <a:t>If you are building an application or a web API, it's rarely the case that you can put everything in a single file.</a:t>
            </a:r>
          </a:p>
          <a:p>
            <a:r>
              <a:rPr lang="en-US" b="1" dirty="0" err="1"/>
              <a:t>FastAPI</a:t>
            </a:r>
            <a:r>
              <a:rPr lang="en-US" dirty="0"/>
              <a:t> provides a convenience tool to structure your application while keeping all the flexibility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FD7A17-61CA-EA97-23FB-8179BBD61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7417" y="2159000"/>
            <a:ext cx="3145536" cy="279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767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1C501-E6CD-E1C8-C8CD-E4458BC73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File Structure in </a:t>
            </a:r>
            <a:r>
              <a:rPr lang="en-US" dirty="0" err="1"/>
              <a:t>FastAPI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FAB4925-0221-FE85-36BD-C3D55232F3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8010" y="1523500"/>
            <a:ext cx="9941189" cy="472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418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8EE44-E403-C966-20DF-5E2705415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APIRouter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634E0-4035-9177-CCF7-FE9646C3F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Let's say the file dedicated to handling just users is the submodule at /app/routers/users.py.</a:t>
            </a:r>
          </a:p>
          <a:p>
            <a:r>
              <a:rPr lang="en-US" dirty="0"/>
              <a:t>You want to have the </a:t>
            </a:r>
            <a:r>
              <a:rPr lang="en-US" i="1" dirty="0"/>
              <a:t>path operations</a:t>
            </a:r>
            <a:r>
              <a:rPr lang="en-US" dirty="0"/>
              <a:t> related to your users separated from the rest of the code, to keep it organized.</a:t>
            </a:r>
          </a:p>
          <a:p>
            <a:r>
              <a:rPr lang="en-US" dirty="0"/>
              <a:t>But it's still part of the same </a:t>
            </a:r>
            <a:r>
              <a:rPr lang="en-US" b="1" dirty="0" err="1"/>
              <a:t>FastAPI</a:t>
            </a:r>
            <a:r>
              <a:rPr lang="en-US" dirty="0"/>
              <a:t> application/web API (it's part of the same "Python Package").</a:t>
            </a:r>
          </a:p>
          <a:p>
            <a:r>
              <a:rPr lang="en-US" dirty="0"/>
              <a:t>You can create the </a:t>
            </a:r>
            <a:r>
              <a:rPr lang="en-US" i="1" dirty="0"/>
              <a:t>path operations</a:t>
            </a:r>
            <a:r>
              <a:rPr lang="en-US" dirty="0"/>
              <a:t> for that module using </a:t>
            </a:r>
            <a:r>
              <a:rPr lang="en-US" dirty="0" err="1"/>
              <a:t>APIRouter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29046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DB5F6-59DF-B17B-B930-0A3BF94DB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Dependencies in </a:t>
            </a:r>
            <a:r>
              <a:rPr lang="en-US" dirty="0" err="1"/>
              <a:t>FastAPI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52ACF-E8B9-1A5E-474C-676D0AFB6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9516533" cy="3880773"/>
          </a:xfrm>
        </p:spPr>
        <p:txBody>
          <a:bodyPr/>
          <a:lstStyle/>
          <a:p>
            <a:r>
              <a:rPr lang="en-US" dirty="0"/>
              <a:t>In </a:t>
            </a:r>
            <a:r>
              <a:rPr lang="en-US" dirty="0" err="1">
                <a:hlinkClick r:id="rId2"/>
              </a:rPr>
              <a:t>FastAPI</a:t>
            </a:r>
            <a:r>
              <a:rPr lang="en-US" dirty="0"/>
              <a:t>, you can apply dependencies to all routes within an </a:t>
            </a:r>
            <a:r>
              <a:rPr lang="en-US" dirty="0" err="1"/>
              <a:t>APIRouter</a:t>
            </a:r>
            <a:r>
              <a:rPr lang="en-US" dirty="0"/>
              <a:t> using the dependencies parameter of the </a:t>
            </a:r>
            <a:r>
              <a:rPr lang="en-US" dirty="0" err="1"/>
              <a:t>APIRouter</a:t>
            </a:r>
            <a:r>
              <a:rPr lang="en-US" dirty="0"/>
              <a:t> class. This is an efficient way to manage shared logic such as authentication, database connections, or logging for a group of related endpoints without repeating code in each path operation function. </a:t>
            </a:r>
          </a:p>
          <a:p>
            <a:r>
              <a:rPr lang="en-US" b="1" dirty="0"/>
              <a:t>Define your dependency function(s)</a:t>
            </a:r>
            <a:r>
              <a:rPr lang="en-US" dirty="0"/>
              <a:t>: These are standard </a:t>
            </a:r>
            <a:r>
              <a:rPr lang="en-US" dirty="0" err="1"/>
              <a:t>FastAPI</a:t>
            </a:r>
            <a:r>
              <a:rPr lang="en-US" dirty="0"/>
              <a:t> dependencies, which can be async or def functions, or classes, that often use Depends() themselves.</a:t>
            </a:r>
          </a:p>
          <a:p>
            <a:r>
              <a:rPr lang="en-US" b="1" dirty="0"/>
              <a:t>Create an </a:t>
            </a:r>
            <a:r>
              <a:rPr lang="en-US" b="1" dirty="0" err="1"/>
              <a:t>APIRouter</a:t>
            </a:r>
            <a:r>
              <a:rPr lang="en-US" b="1" dirty="0"/>
              <a:t> instance</a:t>
            </a:r>
            <a:r>
              <a:rPr lang="en-US" dirty="0"/>
              <a:t> and pass your dependencies as a list to the dependencies argument.</a:t>
            </a:r>
          </a:p>
          <a:p>
            <a:r>
              <a:rPr lang="en-US" b="1" dirty="0"/>
              <a:t>Include the router</a:t>
            </a:r>
            <a:r>
              <a:rPr lang="en-US" dirty="0"/>
              <a:t> in your main </a:t>
            </a:r>
            <a:r>
              <a:rPr lang="en-US" dirty="0" err="1"/>
              <a:t>FastAPI</a:t>
            </a:r>
            <a:r>
              <a:rPr lang="en-US" dirty="0"/>
              <a:t> application.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100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68865-CCE6-D531-555E-B74BAF5C8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Dependencies in </a:t>
            </a:r>
            <a:r>
              <a:rPr lang="en-US" dirty="0" err="1"/>
              <a:t>APIRouter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24902-FD7F-1574-3926-D7E265940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10176933" cy="388077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Execution Order</a:t>
            </a:r>
            <a:r>
              <a:rPr lang="en-US" dirty="0"/>
              <a:t>: Router-level dependencies are executed before dependencies defined directly in the path operation function's decorator or function parameters.</a:t>
            </a:r>
          </a:p>
          <a:p>
            <a:r>
              <a:rPr lang="en-US" b="1" dirty="0"/>
              <a:t>Return Values</a:t>
            </a:r>
            <a:r>
              <a:rPr lang="en-US" dirty="0"/>
              <a:t>: By default, the return values of dependencies specified in the dependencies list of the </a:t>
            </a:r>
            <a:r>
              <a:rPr lang="en-US" dirty="0" err="1"/>
              <a:t>APIRouter</a:t>
            </a:r>
            <a:r>
              <a:rPr lang="en-US" dirty="0"/>
              <a:t> (or </a:t>
            </a:r>
            <a:r>
              <a:rPr lang="en-US" dirty="0" err="1"/>
              <a:t>app.include_router</a:t>
            </a:r>
            <a:r>
              <a:rPr lang="en-US" dirty="0"/>
              <a:t>()) are </a:t>
            </a:r>
            <a:r>
              <a:rPr lang="en-US" b="1" dirty="0"/>
              <a:t>not</a:t>
            </a:r>
            <a:r>
              <a:rPr lang="en-US" dirty="0"/>
              <a:t> automatically passed as parameters to the path operation function. They are primarily for side effects, such as authentication checks, logging, or ensuring a resource is available.</a:t>
            </a:r>
          </a:p>
          <a:p>
            <a:r>
              <a:rPr lang="en-US" b="1" dirty="0"/>
              <a:t>Accessing Return Values</a:t>
            </a:r>
            <a:r>
              <a:rPr lang="en-US" dirty="0"/>
              <a:t>: If you need to access the return value of a router-level dependency within your path function (e.g., getting the </a:t>
            </a:r>
            <a:r>
              <a:rPr lang="en-US" dirty="0" err="1"/>
              <a:t>current_user</a:t>
            </a:r>
            <a:r>
              <a:rPr lang="en-US" dirty="0"/>
              <a:t> object after authentication), you must explicitly declare that same dependency in the path operation function's parameters. </a:t>
            </a:r>
            <a:r>
              <a:rPr lang="en-US" dirty="0" err="1"/>
              <a:t>FastAPI</a:t>
            </a:r>
            <a:r>
              <a:rPr lang="en-US" dirty="0"/>
              <a:t> is smart enough to call the dependency only once per request and cache the result.</a:t>
            </a:r>
          </a:p>
          <a:p>
            <a:r>
              <a:rPr lang="en-US" b="1" dirty="0"/>
              <a:t>Overriding</a:t>
            </a:r>
            <a:r>
              <a:rPr lang="en-US" dirty="0"/>
              <a:t>: Dependencies can be overridden for testing purposes using the </a:t>
            </a:r>
            <a:r>
              <a:rPr lang="en-US" dirty="0" err="1"/>
              <a:t>app.dependency_overrides</a:t>
            </a:r>
            <a:r>
              <a:rPr lang="en-US" dirty="0"/>
              <a:t> attribute, which simplifies unit testing of individual routes.</a:t>
            </a:r>
          </a:p>
          <a:p>
            <a:r>
              <a:rPr lang="en-US" b="1" dirty="0"/>
              <a:t>Dependencies with yield</a:t>
            </a:r>
            <a:r>
              <a:rPr lang="en-US" dirty="0"/>
              <a:t>: The </a:t>
            </a:r>
            <a:r>
              <a:rPr lang="en-US" dirty="0" err="1"/>
              <a:t>APIRouter</a:t>
            </a:r>
            <a:r>
              <a:rPr lang="en-US" dirty="0"/>
              <a:t> supports dependencies with yield, which are useful for resource management like database sessions, ensuring cleanup code runs after the request is finished. 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756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148847-CC2F-95E7-48C0-CAC990A54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Alembic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CA17889-A9F4-5B15-8846-E72483C5F3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8771466" cy="3880772"/>
          </a:xfrm>
        </p:spPr>
        <p:txBody>
          <a:bodyPr/>
          <a:lstStyle/>
          <a:p>
            <a:r>
              <a:rPr lang="en-US" dirty="0"/>
              <a:t>Alembic provides for the creation, management, and invocation of </a:t>
            </a:r>
            <a:r>
              <a:rPr lang="en-US" i="1" dirty="0"/>
              <a:t>change management</a:t>
            </a:r>
            <a:r>
              <a:rPr lang="en-US" dirty="0"/>
              <a:t> scripts for a relational database, using SQLAlchemy as the underlying engine.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Usage of Alembic starts with creation of the </a:t>
            </a:r>
            <a:r>
              <a:rPr lang="en-US" i="1" dirty="0"/>
              <a:t>Migration Environment</a:t>
            </a:r>
            <a:r>
              <a:rPr lang="en-US" dirty="0"/>
              <a:t>. This is a directory of scripts that is specific to a particular application. </a:t>
            </a:r>
          </a:p>
          <a:p>
            <a:endParaRPr lang="en-US" dirty="0"/>
          </a:p>
          <a:p>
            <a:r>
              <a:rPr lang="en-US" dirty="0"/>
              <a:t>The migration environment is created just once and is then maintained along with the application’s source code itself. The environment is created using the </a:t>
            </a:r>
            <a:r>
              <a:rPr lang="en-US" b="1" dirty="0" err="1"/>
              <a:t>init</a:t>
            </a:r>
            <a:r>
              <a:rPr lang="en-US" b="1" dirty="0"/>
              <a:t> </a:t>
            </a:r>
            <a:r>
              <a:rPr lang="en-US" dirty="0"/>
              <a:t>command of Alembic and is then customizable to suit the specific needs of the application.</a:t>
            </a:r>
          </a:p>
        </p:txBody>
      </p:sp>
    </p:spTree>
    <p:extLst>
      <p:ext uri="{BB962C8B-B14F-4D97-AF65-F5344CB8AC3E}">
        <p14:creationId xmlns:p14="http://schemas.microsoft.com/office/powerpoint/2010/main" val="1893952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2FD47-CAE6-C096-D8D3-EB919B13F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Alembic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87560-C935-8368-2D2D-9782F3FA83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1524000"/>
            <a:ext cx="10143066" cy="4517361"/>
          </a:xfrm>
        </p:spPr>
        <p:txBody>
          <a:bodyPr>
            <a:normAutofit fontScale="70000" lnSpcReduction="20000"/>
          </a:bodyPr>
          <a:lstStyle/>
          <a:p>
            <a:r>
              <a:rPr lang="en-US" sz="2100" b="1" dirty="0"/>
              <a:t>Version Control for Your Database</a:t>
            </a:r>
            <a:r>
              <a:rPr lang="en-US" sz="2100" dirty="0"/>
              <a:t>: Alembic acts like "Git for your database schema," allowing you to track every change (e.g., adding a table, renaming a column) as an explicit, versioned step in a migration script. This provides a clear, auditable history of modifications.</a:t>
            </a:r>
          </a:p>
          <a:p>
            <a:r>
              <a:rPr lang="en-US" sz="2100" b="1" dirty="0"/>
              <a:t>Consistency Across Environments</a:t>
            </a:r>
            <a:r>
              <a:rPr lang="en-US" sz="2100" dirty="0"/>
              <a:t>: It ensures that every developer, testing environment, and the production database uses the exact same schema evolution process. This eliminates "schema drift" and prevents issues caused by manual errors during deployment.</a:t>
            </a:r>
          </a:p>
          <a:p>
            <a:r>
              <a:rPr lang="en-US" sz="2100" b="1" dirty="0"/>
              <a:t>Safe Upgrades and Downgrades (Rollbacks): </a:t>
            </a:r>
            <a:r>
              <a:rPr lang="en-US" sz="2100" dirty="0"/>
              <a:t>Each migration script contains instructions for both applying the changes (upgrade) and reversing them (downgrade). This provides a crucial safety net, allowing you to revert to a previous, stable state if a new release encounters problems.</a:t>
            </a:r>
          </a:p>
          <a:p>
            <a:r>
              <a:rPr lang="en-US" sz="2100" b="1" dirty="0"/>
              <a:t>Streamlined Collaboration: E</a:t>
            </a:r>
            <a:r>
              <a:rPr lang="en-US" sz="2100" dirty="0"/>
              <a:t>ach developer's schema changes are captured in migration files that are checked into the source code repository. Team members can easily pull the latest changes and run a single command to sync their local databases.</a:t>
            </a:r>
          </a:p>
          <a:p>
            <a:r>
              <a:rPr lang="en-US" sz="2100" dirty="0"/>
              <a:t>Automation and CI/CD Integration: </a:t>
            </a:r>
            <a:r>
              <a:rPr lang="en-US" sz="2000" dirty="0"/>
              <a:t>Migrations can be easily integrated into Continuous Integration/Continuous Deployment (CI/CD) pipelines, automating the process of applying database changes during deployment. This makes releases more reliable and predictable.</a:t>
            </a:r>
          </a:p>
          <a:p>
            <a:r>
              <a:rPr lang="en-US" sz="2100" dirty="0"/>
              <a:t>Pythonic API and SQLAlchemy Integration: Migration scripts are written in Python, allowing developers to leverage the full power and readability of Python code. It works hand-in-hand with </a:t>
            </a:r>
            <a:r>
              <a:rPr lang="en-US" sz="2100" b="1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SQLAlchemy</a:t>
            </a:r>
            <a:r>
              <a:rPr lang="en-US" sz="2100" dirty="0"/>
              <a:t>, the most popular Python ORM, and can automatically generate draft migration scripts based on model definitions.</a:t>
            </a:r>
          </a:p>
          <a:p>
            <a:r>
              <a:rPr lang="en-US" sz="2100" dirty="0"/>
              <a:t>Database Agnostic: Alembic supports all major databases that SQLAlchemy works with, including PostgreSQL, MySQL, and SQLite, making it a versatile choice for diverse projects.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849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A83B46E-4B9D-41E7-AEA4-D49D0E7D87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96A8005-E9F4-4EB9-8920-B40570B4A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0635935-0E19-45AE-833C-28B82B087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3F51BFFB-86E2-4C0F-A3E6-9EB854CA43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BC377650-A34B-4F5C-9CF6-357C1AE1A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8EDFD6E0-0A92-4B6A-8B1C-6DD83E629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A1D08E0A-48F2-475F-933A-7D65C5B04F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43F7D684-BFDD-4685-8195-32F1ABE31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4A0E8712-3D59-4F13-9FD3-F8889E3C54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D99F7967-C64D-482A-A1B6-896D7EC227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7CE53433-52BD-4F44-80A5-B57F4B53A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6C16C40-7C29-4ACC-B851-7E08E459B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48049AD-9827-49E8-8BF5-32E175C8EA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AA99CFD-13BA-4D43-8274-E720ACDBE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46D58D6-64B0-4752-8159-24114F47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3">
              <a:extLst>
                <a:ext uri="{FF2B5EF4-FFF2-40B4-BE49-F238E27FC236}">
                  <a16:creationId xmlns:a16="http://schemas.microsoft.com/office/drawing/2014/main" id="{C16801F7-F15E-4355-8767-26487BA8B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5">
              <a:extLst>
                <a:ext uri="{FF2B5EF4-FFF2-40B4-BE49-F238E27FC236}">
                  <a16:creationId xmlns:a16="http://schemas.microsoft.com/office/drawing/2014/main" id="{14FF0578-E224-4225-8396-B99D4881F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4642C0E0-9644-41F1-8CF3-33779AA8A3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7">
              <a:extLst>
                <a:ext uri="{FF2B5EF4-FFF2-40B4-BE49-F238E27FC236}">
                  <a16:creationId xmlns:a16="http://schemas.microsoft.com/office/drawing/2014/main" id="{5F77D9D3-628A-4607-B307-91AAA5603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8">
              <a:extLst>
                <a:ext uri="{FF2B5EF4-FFF2-40B4-BE49-F238E27FC236}">
                  <a16:creationId xmlns:a16="http://schemas.microsoft.com/office/drawing/2014/main" id="{0600759E-C22E-4F3D-8569-0DE8F1D49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9A4E951D-EAB0-4F6B-84AE-B5B25684FD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B953BEA8-1B45-419E-BACD-49DB8888B1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72B7FA08-1FF3-4AED-B4E9-587D81D6B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75FBFB4-B885-D5A7-67F3-033797202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10634133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Directory Structure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02853E-0E5F-AEC1-CEF3-0B0142C19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27" y="2359024"/>
            <a:ext cx="5801945" cy="3076576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24900FBD-F0F3-EAA7-C861-0AC67E06EA4F}"/>
              </a:ext>
            </a:extLst>
          </p:cNvPr>
          <p:cNvSpPr txBox="1"/>
          <p:nvPr/>
        </p:nvSpPr>
        <p:spPr>
          <a:xfrm>
            <a:off x="7586133" y="1270000"/>
            <a:ext cx="41656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Alembic.ini -&gt; This is Alembic’s main configuration file which is generated by all templates.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Pyproject.toml</a:t>
            </a:r>
            <a:r>
              <a:rPr lang="en-US" dirty="0"/>
              <a:t> – Alembic may store optionally project related configuration.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Yourproject</a:t>
            </a:r>
            <a:r>
              <a:rPr lang="en-US" dirty="0"/>
              <a:t> – root of the application.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Alembic – The directory lives within the application source tree and source of migration.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env.py – part of generated environment so that the migration runs are entirely customizable.    </a:t>
            </a:r>
          </a:p>
        </p:txBody>
      </p:sp>
    </p:spTree>
    <p:extLst>
      <p:ext uri="{BB962C8B-B14F-4D97-AF65-F5344CB8AC3E}">
        <p14:creationId xmlns:p14="http://schemas.microsoft.com/office/powerpoint/2010/main" val="15647883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8F66557-E426-2E4D-B4E0-0F6385CB6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26534"/>
            <a:ext cx="8596668" cy="1320800"/>
          </a:xfrm>
        </p:spPr>
        <p:txBody>
          <a:bodyPr/>
          <a:lstStyle/>
          <a:p>
            <a:r>
              <a:rPr lang="en-US" dirty="0"/>
              <a:t>Alembic .</a:t>
            </a:r>
            <a:r>
              <a:rPr lang="en-US" dirty="0" err="1"/>
              <a:t>ini</a:t>
            </a:r>
            <a:r>
              <a:rPr lang="en-US" dirty="0"/>
              <a:t> file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EB9FB5-DC77-EF4C-D140-BAFDDCB06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538" y="1971578"/>
            <a:ext cx="5021262" cy="40389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399186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1379</TotalTime>
  <Words>946</Words>
  <Application>Microsoft Office PowerPoint</Application>
  <PresentationFormat>Widescreen</PresentationFormat>
  <Paragraphs>47</Paragraphs>
  <Slides>10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FASTAPI Development using Python on Cloud</vt:lpstr>
      <vt:lpstr>Multiple File Structure in FastAPI</vt:lpstr>
      <vt:lpstr>Multiple File Structure in FastAPI</vt:lpstr>
      <vt:lpstr>APIRouter </vt:lpstr>
      <vt:lpstr>Dependencies in FastAPI</vt:lpstr>
      <vt:lpstr>Benefits of Dependencies in APIRouter</vt:lpstr>
      <vt:lpstr>Overview of Alembic</vt:lpstr>
      <vt:lpstr>Alembic Benefits</vt:lpstr>
      <vt:lpstr>Directory Structure</vt:lpstr>
      <vt:lpstr>Alembic .ini file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Anindita Basak</dc:creator>
  <cp:lastModifiedBy>Anindita Basak</cp:lastModifiedBy>
  <cp:revision>68</cp:revision>
  <dcterms:created xsi:type="dcterms:W3CDTF">2026-02-07T01:49:08Z</dcterms:created>
  <dcterms:modified xsi:type="dcterms:W3CDTF">2026-02-12T08:01:56Z</dcterms:modified>
</cp:coreProperties>
</file>